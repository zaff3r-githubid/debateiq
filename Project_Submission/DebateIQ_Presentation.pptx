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582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DebateIQ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Debate Strategist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Topic · 5-Layer Reasoning · Powered by Claude claude-sonnet-4-6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  ·  AI Practitioner Course  · 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Debate anything. Think deeply.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DebateIQ works on any topic: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🍕  Neapolitan vs New York Style Pizza (demo)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AI: Harmful or Beneficial?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Remote Work vs Office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Social Media: Net Positive or Negative?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  Greatest Footballer of All 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Is a University Degree Still Worth It?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app. Any debate. Five layers of AI reasoning.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Assignment Challenge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936616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AI Reasoning: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6119" y="1828800"/>
            <a:ext cx="3507475" cy="103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One prompt = one shallow answer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No self-correction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Arguments not tested under pressure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19"/>
            <a:ext cx="3657600" cy="1936617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— Multi-Layer Reasoning: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0407" y="1828800"/>
            <a:ext cx="3507474" cy="1123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5 layers · each builds on the last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Arguments are challenged, critiqued, refined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Final answer is genuinely more intelligent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assignment challenged us to build AI that thinks in layers — not just one shot."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5-Layer System (SCIPAB Framework)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THINK  →  AI THINKS  →  YOU MEASURE  →  YOU IMPROVE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 →  Context Analysis     "What's the debate?"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2103120"/>
            <a:ext cx="0" cy="13716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2240280"/>
            <a:ext cx="640080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 →  Argument Builder     "What's my case?"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697480"/>
            <a:ext cx="0" cy="13716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 →  Counter Argument     "What fights back?"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291840"/>
            <a:ext cx="0" cy="13716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54480" y="3474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 →  Self-Critique     "Where am I weak?"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886200"/>
            <a:ext cx="0" cy="13716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4069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  →  Final Strategy     "What's the verdict?"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receives ALL previous layers as context.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repetition — genuine new reasoning every step.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 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DebateIQ think through: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54864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0312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Neapolitan vs New York Style Pizza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2715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Neapolitan Pizza is the superior style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300837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33009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Passionate and Authoritative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35935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[Switch to browser and run the app here]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prompts are designed: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prompt receives all previous layers as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0" y="2148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genuine new reasoning — not repetition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choices: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419856"/>
            <a:ext cx="6949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 NOT take a position"      ← Layer 1 stays neutral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630168"/>
            <a:ext cx="6949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strawmen"                 ← Layer 3 must be genuinely tough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6949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 intellectually honest"    ← Layer 4 can't just defend Layer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046220"/>
            <a:ext cx="6949440" cy="321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 with Final Verdict:"     ← Layer 5 must be decisive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injected into every prompt: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18496" y="3040381"/>
            <a:ext cx="246114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{persona}  ·  {tone}  ·  {source}  · {</a:t>
            </a:r>
            <a:r>
              <a:rPr lang="en-US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word_count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Telemetry from a Live Run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5214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your actual numbers after running a debate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0" y="160020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Tokens   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 tokens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847088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Tokens   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 tokens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093976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Tokens   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 tokens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340864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Latency   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 ms per call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58775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   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$____  USD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distribution by layer: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(Context)         ____  tokens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602736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(Arguments)       ____  tokens  ← grows with context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822192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(Counter)         ____  tokens  ← grows more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404164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4 (Self-Critique)   ____  tokens  ← grows more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4261104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5 (Final Strategy)  ____  tokens  ← largest: full chain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Each layer receives ALL prior layers as input context.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context = richer reasoning = more tokens.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0" y="1444752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prompting produces fundamentally better reasoning than a single well-crafted prompt.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1938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9385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 context is the key design pattern — each layer is smarter because it knows what came before.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39572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4140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makes AI reasoning transparent and measurable — you can see the cost of thinking.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2871216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2889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8895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 (Layer 4) is the most valuable layer — it's where bias gets exposed.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3346704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36499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SCIPAB gives prompt chains a communication backbone — Situation → Challenge → Impact → Position → Action → Benefit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4206240"/>
            <a:ext cx="6949440" cy="548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0160" y="43434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Final Verdict: [paste your app's actual verdict here]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632</Words>
  <Application>Microsoft Office PowerPoint</Application>
  <PresentationFormat>On-screen Show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DebateIQ - AI Debate Strategist</dc:title>
  <dc:subject>PptxGenJS Presentation</dc:subject>
  <dc:creator>[Your Name]</dc:creator>
  <cp:lastModifiedBy>Mohammad Zafar Adil</cp:lastModifiedBy>
  <cp:revision>2</cp:revision>
  <dcterms:created xsi:type="dcterms:W3CDTF">2026-05-10T18:18:25Z</dcterms:created>
  <dcterms:modified xsi:type="dcterms:W3CDTF">2026-05-10T18:31:22Z</dcterms:modified>
</cp:coreProperties>
</file>